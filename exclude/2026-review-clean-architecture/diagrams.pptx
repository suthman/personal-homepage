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0" y="3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D80325-2DDD-7A91-CA11-1EEBD1C33A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D6D1652-2F6C-A61A-E05D-490AD2E8A9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673E32-45D5-8450-B294-E8096AF6C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B4A09-CE65-4C57-8676-2F154058F8E4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AC453B2-8A4A-C45F-5A18-11E883A5C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013AA01-F95D-0192-3304-74581E95B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4FC44-4C1F-4C63-9C27-004F26A3B0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7126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714A32-3010-5C2B-2043-028711F39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C2BDAA-B6AD-F386-B0EE-3E1B46686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E821C2-670B-CD56-4C6B-982B45A9D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B4A09-CE65-4C57-8676-2F154058F8E4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1E8485-0F6F-30D3-4405-D3FEDC248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9CEAFF-D10B-938B-6AF5-C6CAF2F43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4FC44-4C1F-4C63-9C27-004F26A3B0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436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3D446D-9B35-D306-21CC-CEA09851F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1D106A8-A557-484E-15D6-55A83E03D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EBD267C-A79F-D417-3B09-9C8498E0C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B4A09-CE65-4C57-8676-2F154058F8E4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2943EDC-267C-4C82-3206-5568BE022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1F531C6-5CA0-639F-D3F0-12A3B81F5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4FC44-4C1F-4C63-9C27-004F26A3B0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8448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DD17E3-B6BF-9BE3-D1D3-EAE176835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828A57-A2EE-580E-C331-20BBB1FDC8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1E9F262-9F30-FBE4-98B1-0742058D0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D1CCDD8-DC83-DA14-F58D-7BE02775D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B4A09-CE65-4C57-8676-2F154058F8E4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23DED7E-632B-2DE1-5499-8051FE00A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F715A86-C9DC-607B-577E-5FF86C560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4FC44-4C1F-4C63-9C27-004F26A3B0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4383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AB5AA7-5A31-75E2-7836-0C42E14E9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49A32A6-44CE-7074-19F6-0C9EC782F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F1C0AA2-950E-6793-5E9E-9BDECAE21A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A20B4AB-4613-3A97-B5EB-8A1AFFD45A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F08E313-786F-A324-B9AF-EB1DFB4BE2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FD86685-6B3E-D8CE-0EB8-C17D1475F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B4A09-CE65-4C57-8676-2F154058F8E4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1B0712D-E5E9-ECED-2AA5-7053D0AF4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0C4F3AC-2053-DC90-317B-E1F6F4A08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4FC44-4C1F-4C63-9C27-004F26A3B0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0987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8FFBC1-F125-F52C-9353-AB6646901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2997C90-8359-6559-838D-D39D85F52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B4A09-CE65-4C57-8676-2F154058F8E4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A70C496-26C5-75F0-0F7C-FFBD3CC27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CC0CE0E-9657-0E77-0718-B39ABC293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4FC44-4C1F-4C63-9C27-004F26A3B0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7671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6D867BC-BEF8-1B6F-4C3D-C6585F52C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B4A09-CE65-4C57-8676-2F154058F8E4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B628902-8B28-EF51-D2E1-440C6FE41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B24B4E3-8341-61C2-965B-5C304F529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4FC44-4C1F-4C63-9C27-004F26A3B0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3396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77AB24-3B7E-9BAC-A384-810A6A49B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1DAB52-E81F-3070-64FB-D3CC5F901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136BBD6-02B7-0A0A-7E8A-D6AC8B40B0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07F78F-ED33-8F74-4F76-9AA3AF8A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B4A09-CE65-4C57-8676-2F154058F8E4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6A61366-BFCD-D225-BC66-724AEC16D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10706D8-FE0E-559D-CD9A-F0043967E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4FC44-4C1F-4C63-9C27-004F26A3B0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8055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20084E-0F73-090C-5B4A-7F00E0539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AF54979-1397-9888-C966-192215772E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214B5A5-48F2-A235-D170-8A2E62F87F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D1C250-93F9-82A1-D433-7AA1E7599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B4A09-CE65-4C57-8676-2F154058F8E4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FE095BC-AF77-B6BA-86FE-C54283969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D5A3B66-9542-10F0-189F-9C0B7BD1F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4FC44-4C1F-4C63-9C27-004F26A3B0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0031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D14750-41D8-2392-666C-6C1924E14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BDF3A53-3A65-38C5-0AD7-6BC0D9E74B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373769-790A-3EFD-1EFC-1EC11921A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B4A09-CE65-4C57-8676-2F154058F8E4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239EFB-9AC2-B7CB-2F70-ABA2622E1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9F9E4C-8E68-FA52-079F-83699AD5D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4FC44-4C1F-4C63-9C27-004F26A3B0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6092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7B5F598-5856-4D0D-FAA2-C1971E780A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145076E-F4B8-7B9C-6673-E913928C6D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23A06E-24C2-1BAF-9D06-A6BC6BA09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B4A09-CE65-4C57-8676-2F154058F8E4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CBEEFA-A72C-D5EC-018B-5A637E2DD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1B0680-759E-F132-3B02-8A72DE01F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4FC44-4C1F-4C63-9C27-004F26A3B0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0317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642A890-B547-690D-5AAD-241BC225E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0F0FF0F-8C18-C308-3423-28058418A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86BB970-4515-302A-3A87-91B7CA1A48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DB4A09-CE65-4C57-8676-2F154058F8E4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C91A274-EC50-8AA3-1362-CF3E73F86F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55B002-F434-B1E8-929D-D12147A3EB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B4FC44-4C1F-4C63-9C27-004F26A3B0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0618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14E1DAEC-0C29-47EB-4F30-2A0670A667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6111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39C0C75C-4C03-8C87-8740-34DB220E697B}"/>
              </a:ext>
            </a:extLst>
          </p:cNvPr>
          <p:cNvSpPr/>
          <p:nvPr/>
        </p:nvSpPr>
        <p:spPr>
          <a:xfrm>
            <a:off x="2510287" y="966158"/>
            <a:ext cx="1250830" cy="7073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Software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E0B05AC-AB6F-7CE9-8E3A-6046EC49D30E}"/>
              </a:ext>
            </a:extLst>
          </p:cNvPr>
          <p:cNvSpPr/>
          <p:nvPr/>
        </p:nvSpPr>
        <p:spPr>
          <a:xfrm>
            <a:off x="2510287" y="1825925"/>
            <a:ext cx="1250830" cy="7073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OS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31DFF53-ADC3-E15A-D58D-C3713B58F6A1}"/>
              </a:ext>
            </a:extLst>
          </p:cNvPr>
          <p:cNvSpPr/>
          <p:nvPr/>
        </p:nvSpPr>
        <p:spPr>
          <a:xfrm>
            <a:off x="2510287" y="2721633"/>
            <a:ext cx="1250830" cy="7073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Firmware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E02847F-E880-4B0D-685F-C2809F350A59}"/>
              </a:ext>
            </a:extLst>
          </p:cNvPr>
          <p:cNvSpPr/>
          <p:nvPr/>
        </p:nvSpPr>
        <p:spPr>
          <a:xfrm>
            <a:off x="2510298" y="3429000"/>
            <a:ext cx="1250830" cy="7073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Hardware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B347C0D4-D306-F3A6-ED09-24A679D11ACF}"/>
              </a:ext>
            </a:extLst>
          </p:cNvPr>
          <p:cNvSpPr/>
          <p:nvPr/>
        </p:nvSpPr>
        <p:spPr>
          <a:xfrm>
            <a:off x="1408167" y="728039"/>
            <a:ext cx="1250830" cy="7073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OSAL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6EB85B1-6D18-6584-6A1E-CF6533BEF144}"/>
              </a:ext>
            </a:extLst>
          </p:cNvPr>
          <p:cNvSpPr/>
          <p:nvPr/>
        </p:nvSpPr>
        <p:spPr>
          <a:xfrm>
            <a:off x="1459596" y="1619175"/>
            <a:ext cx="1250830" cy="7073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HAL</a:t>
            </a:r>
          </a:p>
        </p:txBody>
      </p:sp>
      <p:sp>
        <p:nvSpPr>
          <p:cNvPr id="14" name="Bogen 13">
            <a:extLst>
              <a:ext uri="{FF2B5EF4-FFF2-40B4-BE49-F238E27FC236}">
                <a16:creationId xmlns:a16="http://schemas.microsoft.com/office/drawing/2014/main" id="{9FAD1DE8-B244-0FF8-0B36-E5AFD2E29E5B}"/>
              </a:ext>
            </a:extLst>
          </p:cNvPr>
          <p:cNvSpPr/>
          <p:nvPr/>
        </p:nvSpPr>
        <p:spPr>
          <a:xfrm rot="16200000" flipH="1">
            <a:off x="1974461" y="941544"/>
            <a:ext cx="951345" cy="659267"/>
          </a:xfrm>
          <a:prstGeom prst="arc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Bogen 14">
            <a:extLst>
              <a:ext uri="{FF2B5EF4-FFF2-40B4-BE49-F238E27FC236}">
                <a16:creationId xmlns:a16="http://schemas.microsoft.com/office/drawing/2014/main" id="{517EDB97-D48C-F94F-74A5-C64F5BAB3B0A}"/>
              </a:ext>
            </a:extLst>
          </p:cNvPr>
          <p:cNvSpPr/>
          <p:nvPr/>
        </p:nvSpPr>
        <p:spPr>
          <a:xfrm rot="16200000" flipH="1">
            <a:off x="1971114" y="1794338"/>
            <a:ext cx="951345" cy="659267"/>
          </a:xfrm>
          <a:prstGeom prst="arc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21A3EB56-9AC6-59A1-69A0-5283F47D6BF7}"/>
              </a:ext>
            </a:extLst>
          </p:cNvPr>
          <p:cNvCxnSpPr/>
          <p:nvPr/>
        </p:nvCxnSpPr>
        <p:spPr>
          <a:xfrm>
            <a:off x="2510287" y="1648298"/>
            <a:ext cx="0" cy="1776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9F0DCE7-C684-8211-2F99-916DD3B54B2B}"/>
              </a:ext>
            </a:extLst>
          </p:cNvPr>
          <p:cNvCxnSpPr/>
          <p:nvPr/>
        </p:nvCxnSpPr>
        <p:spPr>
          <a:xfrm>
            <a:off x="3761117" y="1658037"/>
            <a:ext cx="0" cy="1776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F74CECC6-86C1-1469-1E0C-4D6BE71199E6}"/>
              </a:ext>
            </a:extLst>
          </p:cNvPr>
          <p:cNvCxnSpPr>
            <a:cxnSpLocks/>
          </p:cNvCxnSpPr>
          <p:nvPr/>
        </p:nvCxnSpPr>
        <p:spPr>
          <a:xfrm>
            <a:off x="2510287" y="2425700"/>
            <a:ext cx="0" cy="295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AB99480A-4B2F-7FFD-B13D-EC1CFE5A8BBA}"/>
              </a:ext>
            </a:extLst>
          </p:cNvPr>
          <p:cNvCxnSpPr>
            <a:cxnSpLocks/>
          </p:cNvCxnSpPr>
          <p:nvPr/>
        </p:nvCxnSpPr>
        <p:spPr>
          <a:xfrm>
            <a:off x="3761117" y="2326542"/>
            <a:ext cx="0" cy="3950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0743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B6B82C7E-2780-5436-8753-50710F611166}"/>
              </a:ext>
            </a:extLst>
          </p:cNvPr>
          <p:cNvSpPr>
            <a:spLocks noChangeAspect="1"/>
          </p:cNvSpPr>
          <p:nvPr/>
        </p:nvSpPr>
        <p:spPr>
          <a:xfrm>
            <a:off x="1991796" y="779455"/>
            <a:ext cx="1800000" cy="1800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REP</a:t>
            </a:r>
          </a:p>
          <a:p>
            <a:pPr algn="ctr"/>
            <a:r>
              <a:rPr lang="de-DE" sz="1400" dirty="0"/>
              <a:t>Group </a:t>
            </a:r>
            <a:r>
              <a:rPr lang="de-DE" sz="1400" dirty="0" err="1"/>
              <a:t>for</a:t>
            </a:r>
            <a:r>
              <a:rPr lang="de-DE" sz="1400" dirty="0"/>
              <a:t> </a:t>
            </a:r>
            <a:r>
              <a:rPr lang="de-DE" sz="1400" dirty="0" err="1"/>
              <a:t>reuser</a:t>
            </a:r>
            <a:endParaRPr lang="de-DE" sz="1400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4F21C542-89E8-C806-45D0-F7706B4B6462}"/>
              </a:ext>
            </a:extLst>
          </p:cNvPr>
          <p:cNvSpPr>
            <a:spLocks noChangeAspect="1"/>
          </p:cNvSpPr>
          <p:nvPr/>
        </p:nvSpPr>
        <p:spPr>
          <a:xfrm>
            <a:off x="6096000" y="779455"/>
            <a:ext cx="1800000" cy="1800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CCP</a:t>
            </a:r>
            <a:br>
              <a:rPr lang="de-DE" dirty="0"/>
            </a:br>
            <a:r>
              <a:rPr lang="de-DE" sz="1400" dirty="0"/>
              <a:t>Group </a:t>
            </a:r>
            <a:r>
              <a:rPr lang="de-DE" sz="1400" dirty="0" err="1"/>
              <a:t>for</a:t>
            </a:r>
            <a:r>
              <a:rPr lang="de-DE" sz="1400" dirty="0"/>
              <a:t> </a:t>
            </a:r>
            <a:r>
              <a:rPr lang="de-DE" sz="1400" dirty="0" err="1"/>
              <a:t>maintenance</a:t>
            </a:r>
            <a:endParaRPr lang="de-DE" sz="1400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8B38A404-1664-9C7E-AE87-3FA705DE2B2D}"/>
              </a:ext>
            </a:extLst>
          </p:cNvPr>
          <p:cNvSpPr>
            <a:spLocks noChangeAspect="1"/>
          </p:cNvSpPr>
          <p:nvPr/>
        </p:nvSpPr>
        <p:spPr>
          <a:xfrm>
            <a:off x="4240363" y="3825423"/>
            <a:ext cx="1800000" cy="1800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CRP</a:t>
            </a:r>
          </a:p>
          <a:p>
            <a:pPr algn="ctr"/>
            <a:r>
              <a:rPr lang="en-US" sz="1400" dirty="0"/>
              <a:t>Split to avoid unneeded releases</a:t>
            </a:r>
            <a:endParaRPr lang="de-DE" sz="1400" dirty="0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E1B3159F-C48A-EA0F-6E03-BEA6FF6F75F4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>
            <a:off x="3791796" y="1679455"/>
            <a:ext cx="2304204" cy="0"/>
          </a:xfrm>
          <a:prstGeom prst="line">
            <a:avLst/>
          </a:prstGeom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A84D5E78-CC0C-6BAF-BBD6-7976D94634D6}"/>
              </a:ext>
            </a:extLst>
          </p:cNvPr>
          <p:cNvCxnSpPr>
            <a:cxnSpLocks/>
            <a:stCxn id="4" idx="5"/>
            <a:endCxn id="6" idx="1"/>
          </p:cNvCxnSpPr>
          <p:nvPr/>
        </p:nvCxnSpPr>
        <p:spPr>
          <a:xfrm>
            <a:off x="3528192" y="2315851"/>
            <a:ext cx="975775" cy="1773176"/>
          </a:xfrm>
          <a:prstGeom prst="line">
            <a:avLst/>
          </a:prstGeom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405B233B-835F-13DE-D9E4-203039BB5339}"/>
              </a:ext>
            </a:extLst>
          </p:cNvPr>
          <p:cNvCxnSpPr>
            <a:cxnSpLocks/>
            <a:stCxn id="6" idx="7"/>
            <a:endCxn id="5" idx="4"/>
          </p:cNvCxnSpPr>
          <p:nvPr/>
        </p:nvCxnSpPr>
        <p:spPr>
          <a:xfrm flipV="1">
            <a:off x="5776759" y="2579455"/>
            <a:ext cx="1219241" cy="1509572"/>
          </a:xfrm>
          <a:prstGeom prst="line">
            <a:avLst/>
          </a:prstGeom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FFB3520F-6432-1519-23F7-252F4733E8AC}"/>
              </a:ext>
            </a:extLst>
          </p:cNvPr>
          <p:cNvSpPr txBox="1"/>
          <p:nvPr/>
        </p:nvSpPr>
        <p:spPr>
          <a:xfrm>
            <a:off x="3791795" y="1160727"/>
            <a:ext cx="230420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dirty="0" err="1"/>
              <a:t>Too</a:t>
            </a:r>
            <a:r>
              <a:rPr lang="de-DE" sz="1400" dirty="0"/>
              <a:t> </a:t>
            </a:r>
            <a:r>
              <a:rPr lang="de-DE" sz="1400" dirty="0" err="1"/>
              <a:t>many</a:t>
            </a:r>
            <a:r>
              <a:rPr lang="de-DE" sz="1400" dirty="0"/>
              <a:t> </a:t>
            </a:r>
            <a:r>
              <a:rPr lang="de-DE" sz="1400" dirty="0" err="1"/>
              <a:t>unnecessary</a:t>
            </a:r>
            <a:r>
              <a:rPr lang="de-DE" sz="1400" dirty="0"/>
              <a:t> </a:t>
            </a:r>
            <a:r>
              <a:rPr lang="de-DE" sz="1400" dirty="0" err="1"/>
              <a:t>releases</a:t>
            </a:r>
            <a:endParaRPr lang="de-DE" sz="1400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8E4FC5D-944A-8F8B-003B-2AE7FD77AF1F}"/>
              </a:ext>
            </a:extLst>
          </p:cNvPr>
          <p:cNvSpPr txBox="1"/>
          <p:nvPr/>
        </p:nvSpPr>
        <p:spPr>
          <a:xfrm rot="18554242">
            <a:off x="5294497" y="3082252"/>
            <a:ext cx="193397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dirty="0"/>
              <a:t>Hard </a:t>
            </a:r>
            <a:r>
              <a:rPr lang="de-DE" sz="1400" dirty="0" err="1"/>
              <a:t>to</a:t>
            </a:r>
            <a:r>
              <a:rPr lang="de-DE" sz="1400" dirty="0"/>
              <a:t> </a:t>
            </a:r>
            <a:r>
              <a:rPr lang="de-DE" sz="1400" dirty="0" err="1"/>
              <a:t>reuse</a:t>
            </a:r>
            <a:endParaRPr lang="de-DE" sz="14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B9A01B0E-9946-91E7-7F7D-821D31FB1400}"/>
              </a:ext>
            </a:extLst>
          </p:cNvPr>
          <p:cNvSpPr txBox="1"/>
          <p:nvPr/>
        </p:nvSpPr>
        <p:spPr>
          <a:xfrm rot="3619237">
            <a:off x="2805742" y="3083707"/>
            <a:ext cx="200517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Too many components to change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3144410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Microsoft Office PowerPoint</Application>
  <PresentationFormat>Breitbild</PresentationFormat>
  <Paragraphs>14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 M</dc:creator>
  <cp:lastModifiedBy>C M</cp:lastModifiedBy>
  <cp:revision>4</cp:revision>
  <dcterms:created xsi:type="dcterms:W3CDTF">2026-07-13T16:59:14Z</dcterms:created>
  <dcterms:modified xsi:type="dcterms:W3CDTF">2026-07-17T18:43:40Z</dcterms:modified>
</cp:coreProperties>
</file>