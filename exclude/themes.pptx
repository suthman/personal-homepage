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7" r:id="rId3"/>
    <p:sldId id="268" r:id="rId4"/>
    <p:sldId id="269" r:id="rId5"/>
    <p:sldId id="270" r:id="rId6"/>
    <p:sldId id="266" r:id="rId7"/>
    <p:sldId id="257" r:id="rId8"/>
    <p:sldId id="258" r:id="rId9"/>
    <p:sldId id="259" r:id="rId10"/>
    <p:sldId id="260" r:id="rId11"/>
    <p:sldId id="261" r:id="rId12"/>
    <p:sldId id="262" r:id="rId13"/>
    <p:sldId id="264" r:id="rId14"/>
    <p:sldId id="263" r:id="rId15"/>
    <p:sldId id="265" r:id="rId16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1BA2A88-5241-9CEF-845F-156E50A15B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4462CC1F-4F19-D97C-4299-7EF428E00B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0670E46-937E-C5B5-E55C-533D32ADC4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CDDF91-E561-4B91-8AA7-625BA0CED008}" type="datetimeFigureOut">
              <a:rPr lang="de-DE" smtClean="0"/>
              <a:t>14.03.2026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3BB8E26-5CC3-6EB3-C1BF-AFFEFF6E8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4EB4643-F76C-A660-545A-A8413E03AA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5E8D8A-F622-4B03-ACDA-3A246113F4E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653127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D0B05A1-9382-8F3A-1D40-F2D774CB47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13AAC93-992F-7C04-B73C-830E200DA8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CB35093-AE3C-50AC-224D-27ADB37F04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CDDF91-E561-4B91-8AA7-625BA0CED008}" type="datetimeFigureOut">
              <a:rPr lang="de-DE" smtClean="0"/>
              <a:t>14.03.2026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454C394-7CC7-91DE-8254-56B796D4C8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D3BB0B6-861E-11DB-DE05-6552D350A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5E8D8A-F622-4B03-ACDA-3A246113F4E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642979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01AFB7D-A48A-01C5-2964-43C08D4F0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505466F-BCD6-018A-1506-10658925F3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CCE585B-0697-F0AB-59CC-20591086DC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CDDF91-E561-4B91-8AA7-625BA0CED008}" type="datetimeFigureOut">
              <a:rPr lang="de-DE" smtClean="0"/>
              <a:t>14.03.2026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37B21A0-37B5-D3FF-8044-4AB1336A2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0501296-3495-7864-36DB-3EBFA5E32D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5E8D8A-F622-4B03-ACDA-3A246113F4E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323914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3308B19-8A6B-F08F-E9E4-46DC32019D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26D86C2-8116-89D5-1AB5-6B89380D34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7AF7CF51-4F0F-E1E2-065C-8D2BB3E0E0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E76CC0D-1700-37C9-BB99-BDE5A68289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CDDF91-E561-4B91-8AA7-625BA0CED008}" type="datetimeFigureOut">
              <a:rPr lang="de-DE" smtClean="0"/>
              <a:t>14.03.2026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92C0CE0-3587-58EF-766F-EE5DEBF554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2161716-992E-1FDB-E996-C891E55ADD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5E8D8A-F622-4B03-ACDA-3A246113F4E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893852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0EA11E0-B16D-4927-2BD9-11A0DD3BDD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E8CC562-1CF0-1475-EA50-5EF2BFE100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AD62C43E-59C1-56A7-75FC-F3DB62C4F9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42860A90-38EA-E207-9A54-0B5AA889DA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8176BE7B-74C7-1245-E581-056ABD267C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5050120E-7226-7CE8-AD38-CC39FCAA87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CDDF91-E561-4B91-8AA7-625BA0CED008}" type="datetimeFigureOut">
              <a:rPr lang="de-DE" smtClean="0"/>
              <a:t>14.03.2026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5700751C-3FA3-460C-EC10-08B3A4017C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E6E55285-B29B-A90E-56A0-46AAD65BEE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5E8D8A-F622-4B03-ACDA-3A246113F4E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383745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A79A6B2-7C38-165F-B417-039E608E15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5C8C7727-12A3-048A-2100-2AC57530B6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CDDF91-E561-4B91-8AA7-625BA0CED008}" type="datetimeFigureOut">
              <a:rPr lang="de-DE" smtClean="0"/>
              <a:t>14.03.2026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0BBFEA34-7ECC-4D04-1721-7CF9F0F003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4C6A397-4684-78F5-015E-6983D0B32D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5E8D8A-F622-4B03-ACDA-3A246113F4E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309996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1EDEB757-7DD1-175C-BD6D-F99EC3C584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CDDF91-E561-4B91-8AA7-625BA0CED008}" type="datetimeFigureOut">
              <a:rPr lang="de-DE" smtClean="0"/>
              <a:t>14.03.2026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FAA69294-9C06-27A5-693A-4FB8383E88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844E072-A137-5EB9-A5F7-49F26CC083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5E8D8A-F622-4B03-ACDA-3A246113F4E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173623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DB323FD-2C38-CFF2-6B0B-6E1F3C64AA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72A7411-7E77-8467-0ADF-EB46FC2F6D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553B6A89-0CCD-7502-538E-DCED758FE3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E998E5F-D72D-6149-9EDD-1E041E1D3E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CDDF91-E561-4B91-8AA7-625BA0CED008}" type="datetimeFigureOut">
              <a:rPr lang="de-DE" smtClean="0"/>
              <a:t>14.03.2026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6054FFA8-CB40-BCA0-7D76-FE3D073C24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DDC08CC-641D-A69A-476F-29C90668A4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5E8D8A-F622-4B03-ACDA-3A246113F4E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189191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8A43649-24CF-62B2-9C34-27B2B32972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A7C1F6C8-E70A-CCD2-2432-C20630B8D8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0739447F-3D41-FFB1-2A88-26C16FBD9F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91DB446A-DB9A-B16C-C1CD-9582B15937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CDDF91-E561-4B91-8AA7-625BA0CED008}" type="datetimeFigureOut">
              <a:rPr lang="de-DE" smtClean="0"/>
              <a:t>14.03.2026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2A4AFFD-DD01-12F1-8A00-EBF48E79B8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49C5F8A-7CCD-C2A2-A0AD-B597B62032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5E8D8A-F622-4B03-ACDA-3A246113F4E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778731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68652F6-41D7-363D-EED1-15ADF11F33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42DABE48-CCBA-14B4-3371-C1965B3B8B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13C8646-81FE-7B99-FFFC-2C5BB5A247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CDDF91-E561-4B91-8AA7-625BA0CED008}" type="datetimeFigureOut">
              <a:rPr lang="de-DE" smtClean="0"/>
              <a:t>14.03.2026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18FB25F-670B-8317-167B-BF95534154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E67D3E1-EAEB-90CD-E035-BE011507F4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5E8D8A-F622-4B03-ACDA-3A246113F4E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393246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F4D96651-6238-8F84-6FF7-5218ED43055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EC123F0E-B13B-3F03-B511-718F2FBE93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AC62832-E136-35D3-5A5A-2DE8664DDC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CDDF91-E561-4B91-8AA7-625BA0CED008}" type="datetimeFigureOut">
              <a:rPr lang="de-DE" smtClean="0"/>
              <a:t>14.03.2026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269A45F-56BE-F82B-9638-CFEDEBFD78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F9D5B38-9A7A-9C09-5AFA-89F187E850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5E8D8A-F622-4B03-ACDA-3A246113F4E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754885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146D5AF4-96B0-B3D4-8A27-EA4CC1C59A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74456AA-EC6D-BDBD-7D8D-F275D0F072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B88566E-79B7-B1E5-A9CD-AD944DD740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2CDDF91-E561-4B91-8AA7-625BA0CED008}" type="datetimeFigureOut">
              <a:rPr lang="de-DE" smtClean="0"/>
              <a:t>14.03.2026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F2C15CB-9E01-9049-76CE-297E624864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65B9C73-ECE7-75A5-BB7E-22CBBE1FE6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5E8D8A-F622-4B03-ACDA-3A246113F4E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961684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B62B474-5693-53FC-5766-BC8452A2D6A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THEMES </a:t>
            </a:r>
            <a:r>
              <a:rPr lang="de-DE" dirty="0" err="1"/>
              <a:t>of</a:t>
            </a:r>
            <a:r>
              <a:rPr lang="de-DE" dirty="0"/>
              <a:t> MINIMAL MISTAKES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A77979FB-1904-68A1-0BF3-2FFA4621341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/>
              <a:t>DEFAULT, DARK </a:t>
            </a:r>
            <a:r>
              <a:rPr lang="de-DE" dirty="0" err="1"/>
              <a:t>or</a:t>
            </a:r>
            <a:r>
              <a:rPr lang="de-DE" dirty="0"/>
              <a:t> MINT</a:t>
            </a:r>
          </a:p>
        </p:txBody>
      </p:sp>
    </p:spTree>
    <p:extLst>
      <p:ext uri="{BB962C8B-B14F-4D97-AF65-F5344CB8AC3E}">
        <p14:creationId xmlns:p14="http://schemas.microsoft.com/office/powerpoint/2010/main" val="17064226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9A6120C-9C82-546E-3524-03533AF8A9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DEFAULT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33F72E3-6025-8178-5A91-7A48BA633A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46671A5A-7AD0-630C-5EF3-0AAC129B57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1264398"/>
            <a:ext cx="11036808" cy="5429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62699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F6AE212-E40F-1032-7894-7F3D7B3562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DARK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714F91E-CCA5-E57E-F99C-6304F1EDF2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0CC67AB6-DFDE-7303-1664-8D9DAA3C97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43011"/>
            <a:ext cx="12192000" cy="5316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97003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29B8872-8451-305B-66D3-34F3C0B76A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MINT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6CEACB2-D9BD-CF96-9ADA-89D1139B87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795ABC76-B6FC-691E-C115-82114E24C3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26175"/>
            <a:ext cx="11650759" cy="5438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57026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B62B474-5693-53FC-5766-BC8452A2D6A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THEMES </a:t>
            </a:r>
            <a:r>
              <a:rPr lang="de-DE" dirty="0" err="1"/>
              <a:t>of</a:t>
            </a:r>
            <a:r>
              <a:rPr lang="de-DE" dirty="0"/>
              <a:t> MINIMAL MISTAKES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A77979FB-1904-68A1-0BF3-2FFA4621341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/>
              <a:t>all</a:t>
            </a:r>
          </a:p>
        </p:txBody>
      </p:sp>
    </p:spTree>
    <p:extLst>
      <p:ext uri="{BB962C8B-B14F-4D97-AF65-F5344CB8AC3E}">
        <p14:creationId xmlns:p14="http://schemas.microsoft.com/office/powerpoint/2010/main" val="15379245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9A6120C-9C82-546E-3524-03533AF8A9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DEFAULT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33F72E3-6025-8178-5A91-7A48BA633A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46671A5A-7AD0-630C-5EF3-0AAC129B57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1264398"/>
            <a:ext cx="11036808" cy="5429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8261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509E4B9-5EE6-8CC0-5D50-8B244B85FD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AIR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AE61670-B708-A170-34C3-1872B8E5AD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07614577-C85F-C82D-3A36-A7BA62DC4E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93176"/>
            <a:ext cx="12212521" cy="5405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93457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17EE5AF-88CA-D6B5-D6B0-BED9A7716E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AQUA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D11865D-3B29-EC4D-5AC1-23F2C997CA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A6634175-E5C5-13B8-8BA9-DBDD932AC9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29966"/>
            <a:ext cx="11459072" cy="5528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26755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FA191D4-7CC5-4BA3-69DE-6C0E2E40F9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CONTRAST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A229DA6-83B2-AFBF-0BEA-2BA498C218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9C77F412-1782-DAB4-5ACA-36E589438F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70126"/>
            <a:ext cx="12192000" cy="5462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96744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F6AE212-E40F-1032-7894-7F3D7B3562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DARK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714F91E-CCA5-E57E-F99C-6304F1EDF2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0CC67AB6-DFDE-7303-1664-8D9DAA3C97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43011"/>
            <a:ext cx="12192000" cy="5316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7735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9D47300-8D2A-C333-5189-581394D460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DIRT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7555C20-D47B-A0DB-F255-ADC8ED6A5B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40FF80B5-7E83-603F-CD14-FAF2589535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91965"/>
            <a:ext cx="10980144" cy="5666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59518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58CEB8C-B307-DE23-9C21-E3A86DE1F6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NEON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BA38901-0AE1-DE70-2C4C-A57C898AF7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859BA516-4C5E-8C64-E560-20790236E3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03199"/>
            <a:ext cx="12192000" cy="5751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79206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29B8872-8451-305B-66D3-34F3C0B76A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MINT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6CEACB2-D9BD-CF96-9ADA-89D1139B87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795ABC76-B6FC-691E-C115-82114E24C3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26175"/>
            <a:ext cx="11650759" cy="5438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05423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DE8AC14-E460-D440-2745-AAC88DB415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PLUM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B29B1A1-5266-3BBC-0DE9-C331934170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CBD2C9DA-611D-1E9C-F07A-A179A71132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23174"/>
            <a:ext cx="12192000" cy="5356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36317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FB68F03-04F6-EBB8-359C-B751706240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SUNRISE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403FDD4-439D-909E-B1F4-1BBDEEFC0B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A2DD4716-60AD-F4D9-5C4B-EB7D2C4175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1210204"/>
            <a:ext cx="11008693" cy="5647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2618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</Words>
  <Application>Microsoft Office PowerPoint</Application>
  <PresentationFormat>Breitbild</PresentationFormat>
  <Paragraphs>17</Paragraphs>
  <Slides>15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15</vt:i4>
      </vt:variant>
    </vt:vector>
  </HeadingPairs>
  <TitlesOfParts>
    <vt:vector size="19" baseType="lpstr">
      <vt:lpstr>Aptos</vt:lpstr>
      <vt:lpstr>Aptos Display</vt:lpstr>
      <vt:lpstr>Arial</vt:lpstr>
      <vt:lpstr>Office</vt:lpstr>
      <vt:lpstr>THEMES of MINIMAL MISTAKES</vt:lpstr>
      <vt:lpstr>DEFAULT</vt:lpstr>
      <vt:lpstr>DARK</vt:lpstr>
      <vt:lpstr>MINT</vt:lpstr>
      <vt:lpstr>THEMES of MINIMAL MISTAKES</vt:lpstr>
      <vt:lpstr>DEFAULT</vt:lpstr>
      <vt:lpstr>AIR</vt:lpstr>
      <vt:lpstr>AQUA</vt:lpstr>
      <vt:lpstr>CONTRAST</vt:lpstr>
      <vt:lpstr>DARK</vt:lpstr>
      <vt:lpstr>DIRT</vt:lpstr>
      <vt:lpstr>NEON</vt:lpstr>
      <vt:lpstr>MINT</vt:lpstr>
      <vt:lpstr>PLUM</vt:lpstr>
      <vt:lpstr>SUNRISE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 M</dc:creator>
  <cp:lastModifiedBy>C M</cp:lastModifiedBy>
  <cp:revision>7</cp:revision>
  <dcterms:created xsi:type="dcterms:W3CDTF">2026-03-14T14:16:58Z</dcterms:created>
  <dcterms:modified xsi:type="dcterms:W3CDTF">2026-03-14T14:36:00Z</dcterms:modified>
</cp:coreProperties>
</file>